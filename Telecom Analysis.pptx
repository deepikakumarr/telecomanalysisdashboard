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254"/>
    <a:srgbClr val="B71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31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50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0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9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87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7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2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9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1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B684777-0537-4130-904D-E6903EC11C2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DC62D50-3B53-4959-830C-BAFD86664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3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1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E206F-3EFF-1E48-5AAB-767C79A01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TELECOM USER EXPERIENCE ANALYSIS</a:t>
            </a:r>
          </a:p>
        </p:txBody>
      </p:sp>
    </p:spTree>
    <p:extLst>
      <p:ext uri="{BB962C8B-B14F-4D97-AF65-F5344CB8AC3E}">
        <p14:creationId xmlns:p14="http://schemas.microsoft.com/office/powerpoint/2010/main" val="203707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9EC974-CD59-1161-1F0D-9DFE112A9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187"/>
            <a:ext cx="12192000" cy="559481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D424EA-92A9-9DCB-398D-CD421672E33A}"/>
              </a:ext>
            </a:extLst>
          </p:cNvPr>
          <p:cNvSpPr txBox="1"/>
          <p:nvPr/>
        </p:nvSpPr>
        <p:spPr>
          <a:xfrm>
            <a:off x="5048864" y="373626"/>
            <a:ext cx="2433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Overall Stats</a:t>
            </a:r>
          </a:p>
        </p:txBody>
      </p:sp>
    </p:spTree>
    <p:extLst>
      <p:ext uri="{BB962C8B-B14F-4D97-AF65-F5344CB8AC3E}">
        <p14:creationId xmlns:p14="http://schemas.microsoft.com/office/powerpoint/2010/main" val="268670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91C6C-CD1F-C060-2717-B1D44A70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609"/>
            <a:ext cx="12192000" cy="558239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6D4E1-5563-4BB6-C409-951120C0B431}"/>
              </a:ext>
            </a:extLst>
          </p:cNvPr>
          <p:cNvSpPr txBox="1"/>
          <p:nvPr/>
        </p:nvSpPr>
        <p:spPr>
          <a:xfrm>
            <a:off x="3952567" y="442452"/>
            <a:ext cx="4286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Overall Stats – With Applied Filters</a:t>
            </a:r>
          </a:p>
        </p:txBody>
      </p:sp>
    </p:spTree>
    <p:extLst>
      <p:ext uri="{BB962C8B-B14F-4D97-AF65-F5344CB8AC3E}">
        <p14:creationId xmlns:p14="http://schemas.microsoft.com/office/powerpoint/2010/main" val="409049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00579-B87B-C606-2464-816A59A9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2503"/>
            <a:ext cx="12192000" cy="56554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7CD963-7363-4379-A392-F7DDFC082CCB}"/>
              </a:ext>
            </a:extLst>
          </p:cNvPr>
          <p:cNvSpPr txBox="1"/>
          <p:nvPr/>
        </p:nvSpPr>
        <p:spPr>
          <a:xfrm>
            <a:off x="5142272" y="393290"/>
            <a:ext cx="23499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Detailed Stats</a:t>
            </a:r>
          </a:p>
        </p:txBody>
      </p:sp>
    </p:spTree>
    <p:extLst>
      <p:ext uri="{BB962C8B-B14F-4D97-AF65-F5344CB8AC3E}">
        <p14:creationId xmlns:p14="http://schemas.microsoft.com/office/powerpoint/2010/main" val="428094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379C4E-341E-4A1A-ACE3-DB8445EBA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0658"/>
            <a:ext cx="12192000" cy="557734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F11359-5A99-93C1-F179-B31451589458}"/>
              </a:ext>
            </a:extLst>
          </p:cNvPr>
          <p:cNvSpPr txBox="1"/>
          <p:nvPr/>
        </p:nvSpPr>
        <p:spPr>
          <a:xfrm>
            <a:off x="4901380" y="324465"/>
            <a:ext cx="23892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Statewise Stats</a:t>
            </a:r>
          </a:p>
        </p:txBody>
      </p:sp>
    </p:spTree>
    <p:extLst>
      <p:ext uri="{BB962C8B-B14F-4D97-AF65-F5344CB8AC3E}">
        <p14:creationId xmlns:p14="http://schemas.microsoft.com/office/powerpoint/2010/main" val="74412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65995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1710</TotalTime>
  <Words>16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TELECOM USER EXPERIENCE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Jayakumar</dc:creator>
  <cp:lastModifiedBy>Deepika Jayakumar</cp:lastModifiedBy>
  <cp:revision>2</cp:revision>
  <dcterms:created xsi:type="dcterms:W3CDTF">2025-11-22T12:46:55Z</dcterms:created>
  <dcterms:modified xsi:type="dcterms:W3CDTF">2025-11-23T17:17:15Z</dcterms:modified>
</cp:coreProperties>
</file>